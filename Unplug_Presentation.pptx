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Unplug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Beat Screen Addiction Together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827"/>
                </a:solidFill>
              </a:defRPr>
            </a:pPr>
            <a:r>
              <a:t>😰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Average person spends 7+ hours daily on screens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Social media apps are designed to be addictive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Screen addiction leads to anxiety, depression, and isolation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Existing solutions (screen time limits) are easy to ignore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Willpower alone doesn't work against dopamine-driven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827"/>
                </a:solidFill>
              </a:defRPr>
            </a:pPr>
            <a:r>
              <a:t>❌ Why Solo Apps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Screen time limits? Users just disable them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Blocking apps? Users find workarounds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No accountability = no lasting change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Fighting addiction alone is a losing battle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95% of people relapse without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827"/>
                </a:solidFill>
              </a:defRPr>
            </a:pPr>
            <a:r>
              <a:t>💡 The 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Social accountability is 3x more effective than solo efforts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We care what our friends think of us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Peer pressure can be used for good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Making progress visible creates healthy competition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Real stakes (penalties/rewards) increase commitment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827"/>
                </a:solidFill>
              </a:defRPr>
            </a:pPr>
            <a:r>
              <a:t>The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286000"/>
            <a:ext cx="3200400" cy="228600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366F1"/>
                </a:solidFill>
              </a:defRPr>
            </a:pPr>
            <a:r>
              <a:t>3x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Higher success rate</a:t>
            </a:r>
            <a:br/>
            <a:r>
              <a:t>with group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286000"/>
            <a:ext cx="3200400" cy="228600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366F1"/>
                </a:solidFill>
              </a:defRPr>
            </a:pPr>
            <a: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66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Challenge completion</a:t>
            </a:r>
            <a:br/>
            <a:r>
              <a:t>rate in groups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286000"/>
            <a:ext cx="3200400" cy="228600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5603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6366F1"/>
                </a:solidFill>
              </a:defRPr>
            </a:pPr>
            <a:r>
              <a:t>2+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566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Friends needed</a:t>
            </a:r>
            <a:br/>
            <a:r>
              <a:t>for accountability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827"/>
                </a:solidFill>
              </a:defRPr>
            </a:pPr>
            <a:r>
              <a:t>✅ Unplug: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Form groups of 2+ friends for digital detox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Set shared challenges (e.g., 'Max 2 hours SNS daily')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Public leaderboard shows everyone's screen time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Friend nudges provide real-time accountability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Penalties (buy coffee) and rewards (group dinner) add stakes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827"/>
                </a:solidFill>
              </a:defRPr>
            </a:pPr>
            <a:r>
              <a:t>📱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1. Create a group and invite friends with a code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2. Choose a challenge together (duration + goal)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3. Log daily screen time (with optional screenshot proof)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4. Compete on the leaderboard for the lowest usage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5. Winners get rewards, losers pay penalties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11827"/>
                </a:solidFill>
              </a:defRPr>
            </a:pPr>
            <a:r>
              <a:t>🌟 Social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Healthier relationships with technology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More time for real-world connections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Reduced anxiety and improved mental health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Stronger friendships through shared goals</a:t>
            </a:r>
          </a:p>
          <a:p>
            <a:pPr>
              <a:spcAft>
                <a:spcPts val="1800"/>
              </a:spcAft>
              <a:defRPr sz="2400">
                <a:solidFill>
                  <a:srgbClr val="374151"/>
                </a:solidFill>
              </a:defRPr>
            </a:pPr>
            <a:r>
              <a:t>• Breaking the cycle of digital addiction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Try Unplug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unplug-together.vercel.app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